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One sentence, no agenda: how this project started, what it found, and what I think we should do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by the congress as the second slide: nothing to disclose. Two seconds,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first person. I came to stroke from imaging and neuroscience. There, a lesion study is built from open parts at every step: segmentation (ITK-SNAP; DeepISLES, from the ISLES 2022 winners), normalisation that respects the lesion (SPM Clinical Toolbox, ANTs), lesion-symptom mapping (VLSM since 2003, LESYMAP), network and disconnection mapping (BCBtoolkit, lesion network mapping) and sharing (BIDS, OpenNeuro). The data are real: ATLAS v2.0 has 1,271 traced MRIs, 955 public; ISLES 2022 released 250 of 400 cases; the Aphasia Recovery Cohort is CC0 on OpenNeuro. The red line is the bridge: open data alone did not bring open code (Liew 2022). Then the turn: when I moved to clinical stroke, the trial data and code were not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These are my former fields; say so. Psychology: 35 of 97 replications significant (36%), effects half the size (Open Science Collaboration 2015). Neuroscience: median power 21% (Button 2013). Preclinical cancer: Amgen reproduced 6 of 53 landmark findings (Begley 2012). More than 70% of 1,576 researchers had failed to reproduce another scientist's experiment (Baker 2016). Why: four routine analysis choices raise a 5% false-positive rate to 61% (Simmons 2011); 63% of 2,155 psychologists admitted not reporting all their measures (John 2012).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seconds. Psychology did not fix itself: it measured itself, agreed on rules, and is still short of them. Agreed: Registered Reports (launched at Cortex in 2013, now more than 300 journals); the TOP guidelines (2015, 5,000+ signatories, revised as TOP 2025, which adds independent verification to disclosing and sharing); PECANS (2025), a Delphi consensus checklist for cognitive and neuropsychological studies, 206 experts. Now: the SCORE project (Nature, April 2026) replicated 151 of 274 claims from social and behavioural science papers published 2009-2018 (55%), effects fell from r = 0.25 to 0.10, and authors made data available for only 24% of 600 papers (Miske 2026). In 2022, 7% of psychology papers were preregistered and 14% shared raw data (Hardwicke 2024). Only 1 of 62 Registered Reports in Cortex studied patients; the most common barrier neuropsychologists name is sharing sensitive clinical data (12 of 23; Binney 2025). Registered Reports report 44% positive results against 96% (Scheel 2021). The best-known claim that rigour alone restores replication (Protzko 2023) was retracted in 2024. Closest to this room: lesion network mapping, used in 200+ studies, was challenged in Nature Neuroscience in January 2026 using only public data; that debate exists because the data were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three examples the room knows; do not editorialise on any trial. O'Collins catalogued 1,026 experimental treatments in animal stroke, 114 taken to patients; no neuroprotectant translated (thrombolysis is the exception), and publication bias overstated animal efficacy by about a third (Sena 2010); NXY-059: SAINT I positive, SAINT II negative. Tirofiban: no benefit before thrombectomy in RESCUE BT (JAMA 2022), benefit over aspirin without large or medium vessel occlusion in RESCUE BT2 (NEJM 2023): a different question or a different answer? Middle meningeal artery embolisation for subdural haematoma: EMBOLISE positive (repeat surgery 4.1% vs 11.3%), STEM positive (16% vs 36%), MAGIC-MT neutral (6.7% vs 9.9%, P = 0.10), all in the NEJM in the week of 20 November 2024 (STEM online, print 2025).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Audits like this exist for neurology (Rauh 2020) and cardiology (Heckerman 2025), and data requests have been tested in vascular and cognitive trials (Scutt 2020); we found none of stroke publications. The benchmark reads OpenAlex for every stroke journal article and review with a DOI since 2015 (140,281 for 2015-2025, title search), then reads up to 1,500 open-access full texts a year through Europe PMC (16,362 for stroke), with neurology, neuroscience and cardiology measured the same way. It re-runs every six months; code and data are open, and every number on the next slides is on the public dashboard: the QR code. Open-access full text only, so full-text rates run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seconds. The good-news slide. Open access = any OpenAlex status other than closed. Stroke sits between cardiology and neurology in every complete year (2015-2024); in the incomplete 2025 it edges past cardiology. Do not rank neuroscience: about 45% of it comes from the title term 'neural', much of it machine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Open access grew because someone paid. Paid routes (gold and hybrid) went from 19% of all stroke articles in 2015 to 44% in 2024; free routes (diamond and green) from 19% to 24%; bronze, free to read without a licence, fell from 15% to 7%. Of the open articles, 59% paid a fee in 2024 (35% in 2015). Next: who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This is the story behind 'paid for'. Funded papers are 79% open against 60% without a funder, and 54% of funded papers paid an article fee against 25%. In high-income countries the funder is the switch: 83% open with a funder, 56% without, the least open group of all (29,055 and 44,147 articles); overall, high-income first authors are the least open (67%). In lower-middle-income countries open access does not depend on a funder (74% vs 75%): it comes through free routes. Low-income countries: 400 articles, too few to show. Caveat: 'funder' means a funder listed in OpenAlex, which misses some acknowledgements.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The ten largest producers plus the Netherlands, first-author country, 2015-2025. The United States, the largest high-income producer, is the least open (58%; 42% closed). The United Kingdom (78%) and the Netherlands (90%) are open mostly by paying: national funders there require and fund open access. Indonesia (95%, upper-middle income) and India (70%, lower-middle) are open mostly through free routes, national free journals. The Netherlands (61%), Germany and China (about half) pay most often. Wealth does not predict it; policy and the journals a community publishes in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seconds. Lower bounds from abstracts and metadata, 2024: data in a repository 0.2% (0.2% in 2015, never above 0.6%); code links below 0.1% in every complete year. What did move: registration IDs, 2.8% to 5.3% of articles with an abstract, and preprints, 2.7% in 2024, partly publisher-driven (Research Square, SSRN). Pooled over 2015-2025, high-impact articles are barely better at sharing (data 0.45% vs 0.34%). Then the pivot: so we read the full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seconds; the slide people photograph. Open-access stroke full texts published in 2025 (the audit reads 1,500 a year, so the year is complete for the audit): 74% write a data statement (14% in 2015), 29% say 'available on request', now the most common answer, and 9.8% deposit data or name a public source (own repository deposit 5.9%). In 2024: 69%, 30% and 7.3%. 'On request' delivers little: 6.8% of authors shared when asked (Gabelica 2022); 20% of 391 vascular and cognitive trials, median 241 days (Scutt 2020). Against the other fields, 2022-2025, stroke says 'on request' most often (30%; neurology 27%, neuroscience 26%, cardiology 24%). Open-access full texts only, so these rates are optimistic for stroke overall.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 seconds. Among the three larger income groups, lower-middle-income first authors are the most open to read (75%, 42% through diamond or green), yet in open-access full texts, 2015-2025, they write a data statement in 23% (high 43%, upper-middle 57%) and deposit or name a public source in 1.8% (4.0%, 5.2%), from 609 audited articles; the gap holds in 2022-2025. Both panels use the same scale, which is the point: deposit is tiny everywhere. Low-income countries (400 articles, 77 audited) are too few to show. Korea: 5,490 first-author articles, 75%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Forty-five seconds. The index is the mean, over three full-text signals (data deposited or public source, GitHub, trial registration), of an institution's rate divided by the stroke rate; 1 = stroke average. Shown: the top of the 60 institutions with the most audited articles (82 or more each), as on the dashboard. Charité is counted once: OpenAlex lists its Center for Stroke Research Berlin and the Berlin Institute of Health separately, and those are merged into it (133 audited articles; deposit or public source 9.8%, GitHub 10.5%, trial registration 37%). Small counts are a hint, not a ranking. Journals: among the 40 largest on the dashboard, the Journal of Cerebral Blood Flow and Metabolism leads (2.7x) and Stroke is fourth (1.5x); among smaller journals with at least 30 audited articles, Nature Communications, Brain Communications and PeerJ lead. The point: the measurement exists, is cheap, and is what a prize would recognise.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Fifty seconds, the pivot. The ICMJE data-statement rule left obtainable data at 3.1% in surgical trials (Bergeat 2022). Open-data badges: OR 0.9 in the first randomised trial in medicine, at BMJ Open (Rowhani-Farid 2020), though they took Psychological Science from under 3% to 23% open data, 39% by early 2015 (Kidwell 2016). In 2020, 1 of 92 biomedical promotion guidelines mentioned data sharing, and none open access or registration (Rice 2020). Registered Reports: 44% positive results against 96% (Scheel 2021): changing when review happens changes what is published. Cardiology researchers name funding as the most essential incentive; 'policy alone will not lead to the effective implementation of open science' (Cobey 2024). Stroke researchers are not less honest than psychologists; they respond to the same incentives.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forty-five. Task force: a WSO position statement (neither WSO nor ESO has one); retire 'available on request' in Stroke, IJS, ESJ and JSCVD in favour of a repository, VISTA or Vivli, or a stated reason; Registered Reports for stroke trials with in-principle acceptance tied to WSO and ESO grants; embargoed sharing as the trial default, twelve months after publication. Prize: the commitment index, verified in full text and recomputed every six months, for institutions, journals, funders and countries. Awareness: the public benchmark; open-science items in promotion criteria (in 2020, 1 of 92 guidelines mentioned data sharing, and none open access or registration). Targets to discuss: data in a repository or controlled-access platform for 25% of stroke articles by 2030 (own repository deposit was 5.9% of 2025 open-access full texts); 'on request' under 10%; one Registered Report track in a stroke journal by 2028. The statement, retiring 'on request' and promotion criteria cost nothing; Registered Reports, the prize and the infrastructure need money, and the infrastructure mostly exists: VISTA and Vivli for trial data, ATLAS and OpenNeuro for imaging, ENIGMA for pooled analysis. Invite the WSO leadership in the room to take the task force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One line, then stop. Leave the QR codes up during questions: the benchmark dashboard, the code and data, and the references. Thank the session chairs.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presented. Full references with DOIs at the QR code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presented. Full references with DOIs at the QR code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612776"/>
            <a:ext cx="8162544" cy="1232148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1"/>
              </a:lnSpc>
              <a:spcBef>
                <a:spcPts val="0"/>
              </a:spcBef>
              <a:spcAft>
                <a:spcPts val="0"/>
              </a:spcAft>
            </a:pPr>
            <a:r>
              <a:rPr sz="4950" b="1" i="0" u="none" spc="-188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science</a:t>
            </a:r>
            <a:br/>
            <a:r>
              <a:rPr sz="4950" b="1" i="0" u="none" spc="-188">
                <a:solidFill>
                  <a:srgbClr val="000000"/>
                </a:solidFill>
                <a:latin typeface="Arial"/>
                <a:ea typeface="Arial"/>
                <a:cs typeface="Arial"/>
              </a:rPr>
              <a:t>in stroke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403226"/>
            <a:ext cx="571500" cy="381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8162544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 spc="75">
                <a:solidFill>
                  <a:srgbClr val="555555"/>
                </a:solidFill>
                <a:latin typeface="Arial"/>
                <a:ea typeface="Arial"/>
                <a:cs typeface="Arial"/>
              </a:rPr>
              <a:t>WORLD STROKE CONGRESS 2026 · SEOUL · THE LATEST IN STROKE IMPLEMENTATION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016374"/>
            <a:ext cx="8044815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Measuring reproducibility and transparency, and what to do with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924300"/>
            <a:ext cx="8162544" cy="2333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8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Sebastian Fridman, 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95762"/>
            <a:ext cx="8162544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Western University · London Health Sciences Centre ·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Disclosure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68896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50106" y="1161752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402259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16744" y="1161752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1545134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0106" y="1537990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600" y="1778496"/>
            <a:ext cx="247650" cy="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16744" y="1537990"/>
            <a:ext cx="0" cy="247650"/>
          </a:xfrm>
          <a:prstGeom prst="line">
            <a:avLst/>
          </a:prstGeom>
          <a:ln w="1428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90067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70534" y="2349996"/>
            <a:ext cx="8804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51002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31469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011936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92403" y="2349996"/>
            <a:ext cx="88046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72870" y="2349996"/>
            <a:ext cx="8804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53338" y="2349996"/>
            <a:ext cx="881062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600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90067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0534" y="2683371"/>
            <a:ext cx="880468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251002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131469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11936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892403" y="2683371"/>
            <a:ext cx="880467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772870" y="2683371"/>
            <a:ext cx="880468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53338" y="2683371"/>
            <a:ext cx="881062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0517" y="1195090"/>
            <a:ext cx="124792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600" y="1149846"/>
            <a:ext cx="2386158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No, nothing to disclose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600" y="1526084"/>
            <a:ext cx="1839822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Yes, please specify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0067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Honoraria / expenses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0534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Consulting / advisory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51002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Funded research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1469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Royalties / patent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11936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Stock options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2403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Ownership / equity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72870" y="1988046"/>
            <a:ext cx="828395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Employee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3338" y="1988046"/>
            <a:ext cx="829008" cy="300038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2430959"/>
            <a:ext cx="828395" cy="17383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In lesion neuroscience, the whole pipeline is open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45" y="1154609"/>
            <a:ext cx="158502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779565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364510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949455" y="1154609"/>
            <a:ext cx="158494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600" y="239285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51150" y="23928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892775" y="23928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1–13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  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ITK-SNAP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DeepISLES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45" y="1254621"/>
            <a:ext cx="149522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2  Normalise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45" y="1492746"/>
            <a:ext cx="1495220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SPM Clinical Toolbox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45" y="1978521"/>
            <a:ext cx="149522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9565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3  Map symptoms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9565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VLSM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65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LESYMAP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4510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4  Map networks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4510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BCBtoolkit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510" y="1759446"/>
            <a:ext cx="1495143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Lesion network 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55" y="1254621"/>
            <a:ext cx="1495143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5  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55" y="14927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55" y="1759446"/>
            <a:ext cx="14951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OpenNeuro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511921"/>
            <a:ext cx="2544203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955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2997696"/>
            <a:ext cx="2544203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public stroke MRIs with traced lesions (ATLAS)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1150" y="2511921"/>
            <a:ext cx="254428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51150" y="2997696"/>
            <a:ext cx="254428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public acute stroke MRIs (ISLES 2022)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2775" y="2511921"/>
            <a:ext cx="254428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2775" y="2997696"/>
            <a:ext cx="254428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people with aphasia: MRI and language scores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588246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Yet 12 of 17 methods built on ATLAS reported no public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fields next door had their crisis first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908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3200" y="12308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14–19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36%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psychology findings replicated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08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8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median statistical power in neuroscience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6 of 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92796"/>
            <a:ext cx="1864042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landmark cancer studies reproduced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1349871"/>
            <a:ext cx="1864042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50"/>
              </a:lnSpc>
              <a:spcBef>
                <a:spcPts val="0"/>
              </a:spcBef>
              <a:spcAft>
                <a:spcPts val="0"/>
              </a:spcAft>
            </a:pPr>
            <a:r>
              <a:rPr sz="375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1892796"/>
            <a:ext cx="1864042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1,576 scientists had failed to reproduce another lab's experiment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788146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small samples, flexible analyses, selective reporting.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Ten years on, the rules exist. Practice lags.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380827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2042815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2704802"/>
            <a:ext cx="46863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76900" y="1380827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76900" y="2204740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676900" y="3228677"/>
            <a:ext cx="28575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20–29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149846"/>
            <a:ext cx="4826889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What they agreed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478459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1125" y="1507034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Registered Reports: peer review before results, now in 300+ journals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140446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1125" y="2169021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Transparency and Openness Promotion (TOP) guidelines for journals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802434"/>
            <a:ext cx="638175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125" y="2831009"/>
            <a:ext cx="4032218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PECANS: a consensus checklist for neuropsychology studies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6900" y="1149846"/>
            <a:ext cx="2943225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Where they are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6900" y="1468934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D7263D"/>
                </a:solidFill>
                <a:latin typeface="Arial"/>
                <a:ea typeface="Arial"/>
                <a:cs typeface="Arial"/>
              </a:rPr>
              <a:t>55%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6900" y="1916609"/>
            <a:ext cx="294322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274 published claims replicated (2026)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76900" y="2292846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000000"/>
                </a:solidFill>
                <a:latin typeface="Arial"/>
                <a:ea typeface="Arial"/>
                <a:cs typeface="Arial"/>
              </a:rPr>
              <a:t>14%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6900" y="2740521"/>
            <a:ext cx="2943225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psychology papers share raw data (2022)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6900" y="3316784"/>
            <a:ext cx="2943225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u="none" spc="-75">
                <a:solidFill>
                  <a:srgbClr val="000000"/>
                </a:solidFill>
                <a:latin typeface="Arial"/>
                <a:ea typeface="Arial"/>
                <a:cs typeface="Arial"/>
              </a:rPr>
              <a:t>1 of 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76900" y="3764459"/>
            <a:ext cx="2943225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Cortex Registered Reports studied patients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Stroke has the same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330964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11903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73801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25238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30–38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45109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Neuroprotection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350" y="1345109"/>
            <a:ext cx="5906071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1,026 candidates tested in animals; none helped patients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92796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Tirofiban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0350" y="1892796"/>
            <a:ext cx="5906071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RESCUE BT (with thrombectomy): no benefit.</a:t>
            </a:r>
            <a:br/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RESCUE BT2 (no large-vessel occlusion): benefit.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678609"/>
            <a:ext cx="2060258" cy="238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MMA embolisation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0350" y="2678609"/>
            <a:ext cx="5906071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Subdural haematoma: three NEJM trials in one week, two positive, one neutral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40621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Without protocols, data and code, we cannot tell why results differ.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measures, every stroke paper since 2015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908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3200" y="1154609"/>
            <a:ext cx="19812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3338512"/>
            <a:ext cx="215979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69394" y="3338512"/>
            <a:ext cx="21598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929262" y="3338512"/>
            <a:ext cx="215986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method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830" y="3076575"/>
            <a:ext cx="1095375" cy="10953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39–44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Read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492746"/>
            <a:ext cx="188366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access?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08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Check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90800" y="1492746"/>
            <a:ext cx="1883664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or code linked?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Reuse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492746"/>
            <a:ext cx="1883664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deposited, not “on request”?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1254621"/>
            <a:ext cx="1883664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Plan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1492746"/>
            <a:ext cx="188366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Registered?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457575"/>
            <a:ext cx="204799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140,281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3981450"/>
            <a:ext cx="2047994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stroke articles, 2015–2025 (OpenAlex)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9394" y="3457575"/>
            <a:ext cx="20480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16,362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9394" y="3981450"/>
            <a:ext cx="2048071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open-access full texts read (Europe PMC)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9262" y="3457575"/>
            <a:ext cx="204807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9262" y="3981450"/>
            <a:ext cx="2048071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months between open re-runs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5830" y="4219575"/>
            <a:ext cx="121392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number, 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Stroke went open access: 53% in 2015, 75% in 2024</a:t>
            </a:r>
          </a:p>
        </p:txBody>
      </p:sp>
      <p:pic>
        <p:nvPicPr>
          <p:cNvPr id="3" name="Picture 2" descr="oa-trend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111746"/>
            <a:ext cx="7924800" cy="2857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 access: any status except closed · Dashboard: 02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growth was paid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33177"/>
            <a:ext cx="142875" cy="1428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3496" y="1133177"/>
            <a:ext cx="142875" cy="142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0505" y="1133177"/>
            <a:ext cx="142875" cy="1428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12815" y="1133177"/>
            <a:ext cx="142875" cy="1428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659434"/>
            <a:ext cx="342900" cy="11239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2821484"/>
            <a:ext cx="342900" cy="3619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3183434"/>
            <a:ext cx="342900" cy="4476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3631109"/>
            <a:ext cx="342900" cy="4429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9175" y="1654671"/>
            <a:ext cx="342900" cy="10953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9175" y="2788146"/>
            <a:ext cx="342900" cy="3048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9175" y="3092946"/>
            <a:ext cx="342900" cy="50006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9175" y="3593009"/>
            <a:ext cx="342900" cy="48101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8750" y="1654671"/>
            <a:ext cx="342900" cy="1100138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28750" y="2792909"/>
            <a:ext cx="342900" cy="271462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28750" y="3064371"/>
            <a:ext cx="342900" cy="51435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28750" y="3578721"/>
            <a:ext cx="342900" cy="4953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38325" y="1649909"/>
            <a:ext cx="342900" cy="995362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8325" y="2683371"/>
            <a:ext cx="342900" cy="31432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38325" y="2997696"/>
            <a:ext cx="342900" cy="51435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8325" y="3512046"/>
            <a:ext cx="342900" cy="5619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7900" y="1659434"/>
            <a:ext cx="342900" cy="1014412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7900" y="2711946"/>
            <a:ext cx="342900" cy="2476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7900" y="2959596"/>
            <a:ext cx="342900" cy="523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47900" y="3483471"/>
            <a:ext cx="342900" cy="5905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57475" y="1659434"/>
            <a:ext cx="342900" cy="833438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57475" y="2530971"/>
            <a:ext cx="342900" cy="2286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57475" y="2759571"/>
            <a:ext cx="342900" cy="58102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7475" y="3340596"/>
            <a:ext cx="342900" cy="7334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67050" y="1659434"/>
            <a:ext cx="342900" cy="714375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67050" y="2411909"/>
            <a:ext cx="342900" cy="214312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67050" y="2626221"/>
            <a:ext cx="342900" cy="5619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67050" y="3188196"/>
            <a:ext cx="342900" cy="8858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6625" y="1654671"/>
            <a:ext cx="342900" cy="6286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6625" y="2321421"/>
            <a:ext cx="342900" cy="1905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6625" y="2511921"/>
            <a:ext cx="342900" cy="523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6625" y="3035796"/>
            <a:ext cx="342900" cy="103822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86200" y="1654671"/>
            <a:ext cx="342900" cy="5524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86200" y="2245221"/>
            <a:ext cx="342900" cy="2571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86200" y="2502396"/>
            <a:ext cx="342900" cy="5619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86200" y="3064371"/>
            <a:ext cx="342900" cy="10096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5775" y="1654671"/>
            <a:ext cx="342900" cy="590550"/>
          </a:xfrm>
          <a:prstGeom prst="rect">
            <a:avLst/>
          </a:prstGeom>
          <a:solidFill>
            <a:srgbClr val="D6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95775" y="2283321"/>
            <a:ext cx="342900" cy="17145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95775" y="2454771"/>
            <a:ext cx="342900" cy="5715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95775" y="3026271"/>
            <a:ext cx="342900" cy="104775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Share of all stroke articles by route, 2015–2024 · Dashboard: 02 Trends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625" y="1111746"/>
            <a:ext cx="543371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Paid fee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43521" y="1111746"/>
            <a:ext cx="924357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Free to author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0530" y="1111746"/>
            <a:ext cx="47178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2840" y="1111746"/>
            <a:ext cx="463823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Closed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8026" y="1459409"/>
            <a:ext cx="305023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19%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6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0756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2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80331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5181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89906" y="1449884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6139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99481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709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9056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805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18631" y="1459409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9011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28206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9969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37781" y="1454646"/>
            <a:ext cx="58787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09268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24201" y="1454646"/>
            <a:ext cx="305023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18843" y="4112121"/>
            <a:ext cx="315739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1575" y="2078534"/>
            <a:ext cx="365941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44%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81575" y="2735759"/>
            <a:ext cx="365941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of stroke articles paid a fee in 2024 (19% in 2015)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81575" y="3392984"/>
            <a:ext cx="365941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24%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1575" y="4050209"/>
            <a:ext cx="3659410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were free to authors in 2024 (19% in 2015)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In rich countries, open access depends on a funder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71277"/>
            <a:ext cx="142875" cy="1428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67520" y="1171277"/>
            <a:ext cx="142875" cy="142875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09600" y="3543002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152846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571750" y="1623715"/>
            <a:ext cx="3557588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71750" y="1895177"/>
            <a:ext cx="2400300" cy="20955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09600" y="219997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571750" y="2295227"/>
            <a:ext cx="3086100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71750" y="2566690"/>
            <a:ext cx="2914650" cy="209550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09600" y="287149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571750" y="2966740"/>
            <a:ext cx="3171825" cy="2095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71750" y="3238202"/>
            <a:ext cx="3214688" cy="209550"/>
          </a:xfrm>
          <a:prstGeom prst="rect">
            <a:avLst/>
          </a:prstGeom>
          <a:solidFill>
            <a:srgbClr val="9A9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 access 2015–2025 by first author's World Bank income group · Dashboard: 04 Income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625" y="1149846"/>
            <a:ext cx="1079796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A funder is listed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545" y="1149846"/>
            <a:ext cx="1030742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No funder listed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68959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1897559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67% open overall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5538" y="1616571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83%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8250" y="1888034"/>
            <a:ext cx="132498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56%  least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340471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569071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70% open overall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4050" y="2288084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2600" y="2559546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011984"/>
            <a:ext cx="186404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3240584"/>
            <a:ext cx="1864042" cy="161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75% open overall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9775" y="2959596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2638" y="3231059"/>
            <a:ext cx="36224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75%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access follows policy, not wealth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33177"/>
            <a:ext cx="142875" cy="142875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43496" y="1133177"/>
            <a:ext cx="142875" cy="142875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50505" y="1133177"/>
            <a:ext cx="142875" cy="142875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62275" y="1464171"/>
            <a:ext cx="11239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86225" y="1464171"/>
            <a:ext cx="273367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19900" y="1464171"/>
            <a:ext cx="2333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62275" y="1683246"/>
            <a:ext cx="26146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6888" y="1683246"/>
            <a:ext cx="766762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43650" y="1683246"/>
            <a:ext cx="49530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2275" y="1902321"/>
            <a:ext cx="20383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00625" y="1902321"/>
            <a:ext cx="8382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8825" y="1902321"/>
            <a:ext cx="45720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62275" y="2121396"/>
            <a:ext cx="15811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43425" y="2121396"/>
            <a:ext cx="13335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76925" y="2121396"/>
            <a:ext cx="3095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62275" y="2340471"/>
            <a:ext cx="9001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62388" y="2340471"/>
            <a:ext cx="175260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14988" y="2340471"/>
            <a:ext cx="3571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62275" y="2559546"/>
            <a:ext cx="220980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72075" y="2559546"/>
            <a:ext cx="3524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4500" y="2559546"/>
            <a:ext cx="3952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62275" y="2778621"/>
            <a:ext cx="12001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2425" y="2778621"/>
            <a:ext cx="1238250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0675" y="2778621"/>
            <a:ext cx="48101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62275" y="2997696"/>
            <a:ext cx="1585912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48188" y="2997696"/>
            <a:ext cx="671512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9700" y="2997696"/>
            <a:ext cx="576262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62275" y="3216771"/>
            <a:ext cx="2200275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62550" y="3216771"/>
            <a:ext cx="3524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14975" y="3216771"/>
            <a:ext cx="204788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62275" y="3435846"/>
            <a:ext cx="1347788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0062" y="3435846"/>
            <a:ext cx="504825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14888" y="3435846"/>
            <a:ext cx="666750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962275" y="3654921"/>
            <a:ext cx="1009650" cy="152400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71925" y="3654921"/>
            <a:ext cx="852488" cy="1524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24412" y="3654921"/>
            <a:ext cx="619125" cy="152400"/>
          </a:xfrm>
          <a:prstGeom prst="rect">
            <a:avLst/>
          </a:prstGeom>
          <a:solidFill>
            <a:srgbClr val="9A5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Ten largest producers plus the Netherlands, 2015–2025 · Dashboard: 05 Rankings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" y="1111746"/>
            <a:ext cx="543371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Paid fee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43521" y="1111746"/>
            <a:ext cx="924357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Free to author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50530" y="1111746"/>
            <a:ext cx="47178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Bronze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1449884"/>
            <a:ext cx="732664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Indonesia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87599" y="1483221"/>
            <a:ext cx="6871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upper-middle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7562" y="14498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1668959"/>
            <a:ext cx="846407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Netherlands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98029" y="17022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53250" y="16689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1888034"/>
            <a:ext cx="111689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United Kingdom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60637" y="19213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0325" y="18880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2107109"/>
            <a:ext cx="42572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Korea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2948" y="214044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0788" y="210710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2326184"/>
            <a:ext cx="34952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6748" y="2359521"/>
            <a:ext cx="667361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lower-middle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6475" y="23261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545259"/>
            <a:ext cx="64576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Germany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02990" y="25785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4088" y="25452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69%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2764334"/>
            <a:ext cx="43428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Japan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1505" y="27976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95988" y="27643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2983409"/>
            <a:ext cx="611981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Australia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9206" y="301674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10262" y="298340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600" y="3202484"/>
            <a:ext cx="41724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China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74465" y="3235821"/>
            <a:ext cx="6871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upper-middle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34062" y="320248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64%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9600" y="3421559"/>
            <a:ext cx="552896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Canada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0121" y="3454896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95938" y="3421559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9600" y="3640634"/>
            <a:ext cx="1003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United States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50132" y="3673971"/>
            <a:ext cx="235148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57838" y="3640634"/>
            <a:ext cx="324073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58%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and code did not move in ten years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54659"/>
            <a:ext cx="39624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" y="1554659"/>
            <a:ext cx="39624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Dashboard: 01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49846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Stroke articles, abstracts and metadata,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673721"/>
            <a:ext cx="390467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0.2%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26196"/>
            <a:ext cx="390467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link data in a repository (0.2% in 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73721"/>
            <a:ext cx="390467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&lt;0.1%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6196"/>
            <a:ext cx="3904678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link code (below 0.1% every year since 2015)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we read the full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Full texts promise data. Few deposit it.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5465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51150" y="15546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92775" y="155465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41, 44, 45 · Dashboard: 03 Data statements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49846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Open-access stroke full texts published in 2025 (1,500 read)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673721"/>
            <a:ext cx="2544203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74%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426196"/>
            <a:ext cx="2544203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write a data statement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(14% in 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51150" y="1673721"/>
            <a:ext cx="2544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D7263D"/>
                </a:solidFill>
                <a:latin typeface="Arial"/>
                <a:ea typeface="Arial"/>
                <a:cs typeface="Arial"/>
              </a:rPr>
              <a:t>29%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1150" y="2426196"/>
            <a:ext cx="254428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say “available on request”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(0.6% in 2015)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2775" y="1673721"/>
            <a:ext cx="25442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u="none" spc="-112">
                <a:solidFill>
                  <a:srgbClr val="000000"/>
                </a:solidFill>
                <a:latin typeface="Arial"/>
                <a:ea typeface="Arial"/>
                <a:cs typeface="Arial"/>
              </a:rPr>
              <a:t>9.8%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2775" y="2426196"/>
            <a:ext cx="254428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deposit or cite public data</a:t>
            </a:r>
            <a:br/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(0.7% in 2015)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statements arrived with journal mandates. The data did not.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Free to read is not free to reuse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568946"/>
            <a:ext cx="79248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33650" y="1988046"/>
            <a:ext cx="32766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33650" y="2254746"/>
            <a:ext cx="43434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33650" y="2521446"/>
            <a:ext cx="1752600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33650" y="3169146"/>
            <a:ext cx="304800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33650" y="3435846"/>
            <a:ext cx="395288" cy="190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33650" y="3702546"/>
            <a:ext cx="138112" cy="190500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Open-access full texts, 2015–2025; lower-middle n = 609 · Dashboard: 04 Income groups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149846"/>
            <a:ext cx="8162544" cy="2238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62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Lower-middle-income authors: most open to read (75%), least likely to share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707059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a data statement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19880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4550" y="19832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2547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1350" y="22499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5214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0550" y="2516684"/>
            <a:ext cx="324073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23%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888159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 or cite public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1691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income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2750" y="31643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358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Upper-middle income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43238" y="34310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702546"/>
            <a:ext cx="186404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Lower-middle income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6062" y="3697784"/>
            <a:ext cx="366415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1.8%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69949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teams already share, and we can measure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482923"/>
            <a:ext cx="142875" cy="14287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5926" y="1482923"/>
            <a:ext cx="142875" cy="14287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81450" y="1818680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95825" y="1818680"/>
            <a:ext cx="2428875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81450" y="2075855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5825" y="2075855"/>
            <a:ext cx="1357312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981450" y="2333030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95825" y="2333030"/>
            <a:ext cx="1143000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81450" y="2590205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5825" y="2590205"/>
            <a:ext cx="1071562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81450" y="2847380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95825" y="2847380"/>
            <a:ext cx="928688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81450" y="3104555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95825" y="3104555"/>
            <a:ext cx="857250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81450" y="3361730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5825" y="3361730"/>
            <a:ext cx="857250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81450" y="3618905"/>
            <a:ext cx="714375" cy="161925"/>
          </a:xfrm>
          <a:prstGeom prst="rect">
            <a:avLst/>
          </a:prstGeom>
          <a:solidFill>
            <a:srgbClr val="C8C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95825" y="3618905"/>
            <a:ext cx="785812" cy="161925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 44 · 60 institutions with 82+ audited full texts, 2015–2025 · Dashboard: 05 Rankings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625" y="1461492"/>
            <a:ext cx="1304753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Stroke average (1×)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5951" y="1461492"/>
            <a:ext cx="1235465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Above the average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809155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Charité – Universitätsmedizin Berlin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8050" y="1799630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4.4×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066330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Oxford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6488" y="2056805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2.9×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2323505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UKE Hamburg-Eppendorf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72175" y="2313980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2.6×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580680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Edinburgh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0738" y="2571155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2.5×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2837855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Stanford University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7862" y="2828330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2.3×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095030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Nottingham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86425" y="3085505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2.2×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3352205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Massachusetts General Hospital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86425" y="3342680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2.2×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3609380"/>
            <a:ext cx="333565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University of Glasgow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14988" y="3599855"/>
            <a:ext cx="319906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2.1×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3952280"/>
            <a:ext cx="8162544" cy="1857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Commitment index: data deposit, GitHub and trial registration in the full text, against the stroke average.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Rules produced statements, not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307627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1152227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600" y="1633240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" y="2114252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9600" y="2595265"/>
            <a:ext cx="7924800" cy="0"/>
          </a:xfrm>
          <a:prstGeom prst="line">
            <a:avLst/>
          </a:prstGeom>
          <a:ln w="635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9600" y="4686300"/>
            <a:ext cx="7259955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References 28, 46–50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249859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D7263D"/>
                </a:solidFill>
                <a:latin typeface="Arial"/>
                <a:ea typeface="Arial"/>
                <a:cs typeface="Arial"/>
              </a:rPr>
              <a:t>3.1% → 3.1%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5600" y="1283196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Data obtainable from surgical trials, before and after the ICMJE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730871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No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600" y="1764209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Open-data badges in a medical-journal randomised trial (OR 0.9)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211884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1 of 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5600" y="2245221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Promotion guidelines that mention data sharing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692896"/>
            <a:ext cx="215836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44% vs 96%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5600" y="2726234"/>
            <a:ext cx="58079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Positive results: Registered Reports vs standard papers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110038"/>
            <a:ext cx="8162544" cy="2714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38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We respond to incentives, and ours point the other way.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349746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4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to do next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09600" y="1154609"/>
            <a:ext cx="26415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251150" y="115460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892775" y="1154609"/>
            <a:ext cx="2641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273671"/>
            <a:ext cx="2524582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D7263D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45171"/>
            <a:ext cx="2524582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WSO task force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69021"/>
            <a:ext cx="2524582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Open-science position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683371"/>
            <a:ext cx="2524582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Retire “on request” in stroke journals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51150" y="1273671"/>
            <a:ext cx="2524659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1150" y="1845171"/>
            <a:ext cx="2524659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prize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1150" y="2169021"/>
            <a:ext cx="252465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For the teams that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1150" y="2464296"/>
            <a:ext cx="2524659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Scored by the commitment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2775" y="1273671"/>
            <a:ext cx="2524659" cy="495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2775" y="1845171"/>
            <a:ext cx="2524659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Awareness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2775" y="2169021"/>
            <a:ext cx="252465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Benchmark every six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2775" y="2464296"/>
            <a:ext cx="2524659" cy="438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 science in promotion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133850"/>
            <a:ext cx="8162544" cy="247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 target to discuss: data deposited for 25% of stroke articles by 2030 (about 6% today).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close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09700"/>
            <a:ext cx="1428750" cy="1428750"/>
          </a:xfrm>
          <a:prstGeom prst="rect">
            <a:avLst/>
          </a:prstGeom>
        </p:spPr>
      </p:pic>
      <p:pic>
        <p:nvPicPr>
          <p:cNvPr id="4" name="Picture 3" descr="close_svg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350" y="1409700"/>
            <a:ext cx="1428750" cy="1428750"/>
          </a:xfrm>
          <a:prstGeom prst="rect">
            <a:avLst/>
          </a:prstGeom>
        </p:spPr>
      </p:pic>
      <p:pic>
        <p:nvPicPr>
          <p:cNvPr id="5" name="Picture 4" descr="close_svg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5175" y="1409700"/>
            <a:ext cx="1428750" cy="1428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804481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875" b="1" i="0" u="none" spc="-38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numbers are not flattering, but they are measurable, which means they are improvable.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95600"/>
            <a:ext cx="101533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171825"/>
            <a:ext cx="2563825" cy="361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Explore every number; next update January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590925"/>
            <a:ext cx="2428161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friseeb.github.io/stroke_open_science_outputs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7350" y="2895600"/>
            <a:ext cx="1284288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Code and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7350" y="3171825"/>
            <a:ext cx="2094135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Open source: run it on your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7350" y="3409950"/>
            <a:ext cx="2146485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github.com/Friseeb/stroke_open_science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5175" y="2895600"/>
            <a:ext cx="1005142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42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5175" y="3171825"/>
            <a:ext cx="1136591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Full list with DOIs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5175" y="3409950"/>
            <a:ext cx="2563902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github.com/Friseeb/stroke_open_science › talk/references.md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962400"/>
            <a:ext cx="816254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Sebastian Fridman · sfridma@uwo.ca · Join the task force, or audit your own field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28798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pic>
        <p:nvPicPr>
          <p:cNvPr id="3" name="Picture 2" descr="refs-1_sv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1049982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5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67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Yushkevich PA et al. Neuroimage. 2006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de la Rosa E et al. Nat Commun.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7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Rorden C et al. Neuroimage. 2012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Avants BB et al. Med Image Anal. 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7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Bates E et al. Nat Neurosci. 2003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19072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775" y="19072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Pustina D et al. Neuropsychologia. 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" y="20786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20786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Foulon C et al. Gigascience. 2018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22501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22501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Boes AD et al. Brain. 2015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" y="24215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775" y="24215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Gorgolewski KJ et al. Sci Data. 2016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50" y="25930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25930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Markiewicz CJ et al. Elife. 2021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27644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775" y="27644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Liew SL et al. Sci Data. 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550" y="29359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775" y="29359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Hernandez Petzsche MR et al. Sci Data.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" y="31073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6775" y="31073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Gibson M et al. Sci Data.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14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76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Science Collaboration. Science. 2015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14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76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Button KS et al. Nat Rev Neurosci. 2013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814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76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Begley CG et al. Nature. 2012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814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76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Baker M. Nature. 2016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14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76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Simmons JP et al. Psychol Sci. 2011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81450" y="19072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7675" y="19072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John LK et al. Psychol Sci. 2012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81450" y="20786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7675" y="20786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Chambers CD. Cortex. 2013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81450" y="22501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7675" y="22501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Nosek BA et al. Science. 2015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81450" y="24215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7675" y="24215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Grant S et al. Res Integr Peer Rev.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81450" y="25930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675" y="25930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Costa C et al. Behav Res Methods. 2025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81450" y="27644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57675" y="27644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Tyner AH et al. Nature.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81450" y="29359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7675" y="29359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Miske O et al. Nature.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91400" y="2250132"/>
            <a:ext cx="117729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Full list with DOIs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8162544" cy="287982"/>
          </a:xfrm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68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u="none" spc="-56">
                <a:solidFill>
                  <a:srgbClr val="000000"/>
                </a:solidFill>
                <a:latin typeface="Arial"/>
                <a:ea typeface="Arial"/>
                <a:cs typeface="Arial"/>
              </a:rPr>
              <a:t>References,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43850" y="4686300"/>
            <a:ext cx="59055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0550" y="1049982"/>
            <a:ext cx="2095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775" y="1049982"/>
            <a:ext cx="295303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Hardwicke TE et al. Adv Methods Pract Psychol Sci.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550" y="13643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13643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Binney RJ et al. Brain Commun.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15357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775" y="15357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Scheel AM et al. Adv Methods Pract Psychol Sci. 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17072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17072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Protzko J et al. Nat Hum Behav.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550" y="18786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775" y="18786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O'Collins VE et al. Ann Neurol. 2006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" y="20501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775" y="20501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Sena ES et al. PLoS Biol. 2010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" y="22215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775" y="22215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Lees KR et al. N Engl J Med. 2006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550" y="23930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775" y="23930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Shuaib A et al. N Engl J Med. 2007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550" y="25644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775" y="25644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Qiu Z et al. JAMA. 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7359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775" y="27359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Zi W et al. N Engl J Med. 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550" y="29073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6775" y="29073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Davies JM et al. N Engl J Med.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" y="30788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775" y="30788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Fiorella D et al. N Engl J Med.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2502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6775" y="32502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Liu J et al. N Engl J Med. 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1450" y="10499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7675" y="10499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Rauh S et al. Res Integr Peer Rev. 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1450" y="12214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7675" y="12214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Heckerman GO et al. Elife. 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81450" y="13928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7675" y="13928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Scutt P et al. BMJ Open. 2020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81450" y="156433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7675" y="156433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Priem J et al. arXiv. 2022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81450" y="1735782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7675" y="1735782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Rosonovski S et al. Nucleic Acids Res.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81450" y="1907232"/>
            <a:ext cx="2095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7675" y="1907232"/>
            <a:ext cx="2953036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Fridman S. Stroke Open-Science Benchmark, run of 2026-10-13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1450" y="22215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7675" y="22215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Gabelica M et al. J Clin Epidemiol. 2022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81450" y="23930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7675" y="23930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Bergeat D et al. JAMA Netw Open. 2022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81450" y="25644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25644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Rowhani-Farid A et al. R Soc Open Sci. 2020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81450" y="27359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7675" y="27359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Kidwell MC et al. PLoS Biol. 2016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1450" y="290735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7675" y="290735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Rice DB et al. BMJ. 2020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81450" y="3078807"/>
            <a:ext cx="209550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555555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7675" y="3078807"/>
            <a:ext cx="2953036" cy="142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Cobey KD et al. Open Heart.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science in stroke research</dc:title>
  <dc:subject>World Stroke Congress 2026, Seoul: The latest in stroke implementation science</dc:subject>
  <dc:creator>Sebastian Fridman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