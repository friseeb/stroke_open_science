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seconds. One sentence, no agenda: how this project started, what it found, and what I think we should do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Required by the congress as the second slide: nothing to disclose. Two seconds, then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Fifty seconds, first person. I came to stroke from imaging and neuroscience. There, a lesion study is built from open parts at every step: segmentation (ITK-SNAP; DeepISLES, from the ISLES 2022 winners), normalisation that respects the lesion (SPM Clinical Toolbox, ANTs), lesion-symptom mapping (VLSM since 2003, LESYMAP), network and disconnection mapping (BCBtoolkit, lesion network mapping) and sharing (BIDS, OpenNeuro). The data are real: ATLAS v2.0 has 1,271 traced MRIs, 955 public; ISLES 2022 released 250 of 400 cases; the Aphasia Recovery Cohort is CC0 on OpenNeuro. The red line is the bridge: open data alone did not bring open code (Liew 2022). Then the turn: when I moved to clinical stroke, the trial data and code were not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Forty-five seconds. These are my former fields; say so. Psychology: 35 of 97 replications significant (36%), effects half the size (Open Science Collaboration 2015). Neuroscience: median power 21% (Button 2013). Preclinical cancer: Amgen reproduced 6 of 53 landmark findings (Begley 2012). More than 70% of 1,576 researchers had failed to reproduce another scientist's experiment (Baker 2016). Why: four routine analysis choices raise a 5% false-positive rate to 61% (Simmons 2011); 63% of 2,155 psychologists admitted not reporting all their measures (John 2012).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Sixty seconds. Psychology did not fix itself: it measured itself, agreed on rules, and is still short of them. Agreed: Registered Reports (launched at Cortex in 2013, now more than 300 journals); the TOP guidelines (2015, 5,000+ signatories, revised as TOP 2025, which adds independent verification to disclosing and sharing); PECANS (2025), a Delphi consensus checklist for cognitive and neuropsychological studies, 206 experts. Now: the SCORE project (Nature, April 2026) replicated 151 of 274 claims from social and behavioural science papers published 2009-2018 (55%), effects fell from r = 0.25 to 0.10, and authors made data available for only 24% of 600 papers (Miske 2026). In 2022, 7% of psychology papers were preregistered and 14% shared raw data (Hardwicke 2024). Only 1 of 62 Registered Reports in Cortex studied patients; the most common barrier neuropsychologists name is sharing sensitive clinical data (12 of 23; Binney 2025). Registered Reports report 44% positive results against 96% (Scheel 2021). The best-known claim that rigour alone restores replication (Protzko 2023) was retracted in 2024. Closest to this room: lesion network mapping, used in 200+ studies, was challenged in Nature Neuroscience in January 2026 using only public data; that debate exists because the data were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Fifty seconds, three examples the room knows; do not editorialise on any trial. O'Collins catalogued 1,026 experimental treatments in animal stroke, 114 taken to patients; no neuroprotectant translated (thrombolysis is the exception), and publication bias overstated animal efficacy by about a third (Sena 2010); NXY-059: SAINT I positive, SAINT II negative. Tirofiban: no benefit before thrombectomy in RESCUE BT (JAMA 2022), benefit over aspirin without large or medium vessel occlusion in RESCUE BT2 (NEJM 2023): a different question or a different answer? Middle meningeal artery embolisation for subdural haematoma: EMBOLISE positive (repeat surgery 4.1% vs 11.3%), STEM positive (16% vs 36%), MAGIC-MT neutral (6.7% vs 9.9%, P = 0.10), all in the NEJM in the week of 20 November 2024 (STEM online, print 2025).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Forty-five seconds. Audits like this exist for neurology (Rauh 2020) and cardiology (Heckerman 2025), and data requests have been tested in vascular and cognitive trials (Scutt 2020); we found none of stroke publications. The benchmark reads OpenAlex for every stroke journal article and review with a DOI since 2015 (140,281 for 2015-2025, title search), then reads up to 1,500 open-access full texts a year through Europe PMC (16,362 for stroke), with neurology, neuroscience and cardiology measured the same way. It re-runs every six months; code and data are open, and every number on the next slides is on the public dashboard: the QR code. Open-access full text only, so full-text rates run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Thirty-five seconds. The good-news slide. Open access = any OpenAlex status other than closed. Stroke sits between cardiology and neurology in every complete year (2015-2024); in the incomplete 2025 it edges past cardiology. Do not rank neuroscience: about 45% of it comes from the title term 'neural', much of it machine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Forty seconds. Open access grew because someone paid. Paid routes (gold and hybrid) went from 19% of all stroke articles in 2015 to 44% in 2024; free routes (diamond and green) from 19% to 24%; bronze, free to read without a licence, fell from 15% to 7%. Of the open articles, 59% paid a fee in 2024 (35% in 2015). Next: who pays.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Forty-five seconds. This is the story behind 'paid for'. Funded papers are 79% open against 60% without a funder, and 54% of funded papers paid an article fee against 25%. In high-income countries the funder is the switch: 83% open with a funder, 56% without, the least open group of all (29,055 and 44,147 articles); overall, high-income first authors are the least open (67%). In lower-middle-income countries open access does not depend on a funder (74% vs 75%): it comes through free routes. Low-income countries: 400 articles, too few to show. Caveat: 'funder' means a funder listed in OpenAlex, which misses some acknowledgements.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Forty seconds. The ten largest producers plus the Netherlands, first-author country, 2015-2025. The United States, the largest high-income producer, is the least open (58%; 42% closed). The United Kingdom (78%) and the Netherlands (90%) are open mostly by paying: national funders there require and fund open access. Indonesia (95%, upper-middle income) and India (70%, lower-middle) are open mostly through free routes, national free journals. The Netherlands (61%), Germany and China (about half) pay most often. Wealth does not predict it; policy and the journals a community publishes in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Thirty-five seconds. Lower bounds from abstracts and metadata, 2024: data in a repository 0.2% (0.2% in 2015, never above 0.6%); code links below 0.1% in every complete year. What did move: registration IDs, 2.8% to 5.3% of articles with an abstract, and preprints, 2.7% in 2024, partly publisher-driven (Research Square, SSRN). Pooled over 2015-2025, high-impact articles are barely better at sharing (data 0.45% vs 0.34%). Then the pivot: so we read the full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Sixty seconds; the slide people photograph. Open-access stroke full texts published in 2025 (the audit reads 1,500 a year, so the year is complete for the audit): 74% write a data statement (14% in 2015), 29% say 'available on request', now the most common answer, and 9.8% deposit data or name a public source (own repository deposit 5.9%). In 2024: 69%, 30% and 7.3%. 'On request' delivers little: 6.8% of authors shared when asked (Gabelica 2022); 20% of 391 vascular and cognitive trials, median 241 days (Scutt 2020). Against the other fields, 2022-2025, stroke says 'on request' most often (30%; neurology 27%, neuroscience 26%, cardiology 24%). Open-access full texts only, so these rates are optimistic for stroke overall.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Forty seconds. Among the three larger income groups, lower-middle-income first authors are the most open to read (75%, 42% through diamond or green), yet in open-access full texts, 2015-2025, they write a data statement in 23% (high 43%, upper-middle 57%) and deposit or name a public source in 1.8% (4.0%, 5.2%), from 609 audited articles; the gap holds in 2022-2025. Both panels use the same scale, which is the point: deposit is tiny everywhere. Low-income countries (400 articles, 77 audited) are too few to show. Korea: 5,490 first-author articles, 75%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Forty-five seconds. The index is the mean, over three full-text signals (data deposited or public source, GitHub, trial registration), of an institution's rate divided by the stroke rate; 1 = stroke average. Shown: the top of the 60 institutions with the most audited articles (82 or more each), as on the dashboard. Small counts are a hint, not a ranking. Journals: among the 40 largest on the dashboard, the Journal of Cerebral Blood Flow and Metabolism leads (2.7x) and Stroke is fourth (1.5x); among smaller journals with at least 30 audited articles, Nature Communications, Brain Communications and PeerJ lead. The point: the measurement exists, is cheap, and is what a prize would recognise.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Fifty seconds, the pivot. The ICMJE data-statement rule left obtainable data at 3.1% in surgical trials (Bergeat 2022). Open-data badges: OR 0.9 in the first randomised trial in medicine, at BMJ Open (Rowhani-Farid 2020), though they took Psychological Science from under 3% to 23% open data, 39% by early 2015 (Kidwell 2016). In 2020, 1 of 92 biomedical promotion guidelines mentioned data sharing, and none open access or registration (Rice 2020). Registered Reports: 44% positive results against 96% (Scheel 2021): changing when review happens changes what is published. Cardiology researchers name funding as the most essential incentive; 'policy alone will not lead to the effective implementation of open science' (Cobey 2024). Stroke researchers are not less honest than psychologists; they respond to the same incentives.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minute forty-five. Task force: a WSO position statement (neither WSO nor ESO has one); retire 'available on request' in Stroke, IJS, ESJ and JSCVD in favour of a repository, VISTA or Vivli, or a stated reason; Registered Reports for stroke trials with in-principle acceptance tied to WSO and ESO grants; embargoed sharing as the trial default, twelve months after publication. Prize: the commitment index, verified in full text and recomputed every six months, for institutions, journals, funders and countries. Awareness: the public benchmark; open-science items in promotion criteria (in 2020, 1 of 92 guidelines mentioned data sharing, and none open access or registration). Targets to discuss: data in a repository or controlled-access platform for 25% of stroke articles by 2030 (own repository deposit was 5.9% of 2025 open-access full texts); 'on request' under 10%; one Registered Report track in a stroke journal by 2028. The statement, retiring 'on request' and promotion criteria cost nothing; Registered Reports, the prize and the infrastructure need money, and the infrastructure mostly exists: VISTA and Vivli for trial data, ATLAS and OpenNeuro for imaging, ENIGMA for pooled analysis. Invite the WSO leadership in the room to take the task force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seconds. One line, then stop. Leave the QR codes up during questions: the benchmark dashboard, the code and data, and the references. Thank the session chairs.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Appendix: not presented. Full references with DOIs at the QR code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Appendix: not presented. Full references with DOIs at the QR code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612776"/>
            <a:ext cx="8162544" cy="123214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1"/>
              </a:lnSpc>
              <a:spcBef>
                <a:spcPts val="0"/>
              </a:spcBef>
              <a:spcAft>
                <a:spcPts val="0"/>
              </a:spcAft>
            </a:pPr>
            <a:r>
              <a:rPr sz="4950" b="1" i="0" u="none" spc="-188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 science</a:t>
            </a:r>
            <a:br/>
            <a:r>
              <a:rPr sz="4950" b="1" i="0" u="none" spc="-188">
                <a:solidFill>
                  <a:srgbClr val="000000"/>
                </a:solidFill>
                <a:latin typeface="Arial"/>
                <a:ea typeface="Arial"/>
                <a:cs typeface="Arial"/>
              </a:rPr>
              <a:t>in stroke research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403226"/>
            <a:ext cx="571500" cy="38100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8162544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 spc="75">
                <a:solidFill>
                  <a:srgbClr val="555555"/>
                </a:solidFill>
                <a:latin typeface="Arial"/>
                <a:ea typeface="Arial"/>
                <a:cs typeface="Arial"/>
              </a:rPr>
              <a:t>WORLD STROKE CONGRESS 2026 · SEOUL · THE LATEST IN STROKE IMPLEMENTATION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016374"/>
            <a:ext cx="8044815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Measuring reproducibility and transparency, and what to do with the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924300"/>
            <a:ext cx="8162544" cy="2333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8"/>
              </a:lnSpc>
              <a:spcBef>
                <a:spcPts val="0"/>
              </a:spcBef>
              <a:spcAft>
                <a:spcPts val="0"/>
              </a:spcAft>
            </a:pPr>
            <a:r>
              <a:rPr sz="142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Sebastian Fridman, 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195762"/>
            <a:ext cx="8162544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Western University · London Health Sciences Centre · Canada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Disclosure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1168896"/>
            <a:ext cx="247650" cy="0"/>
          </a:xfrm>
          <a:prstGeom prst="line">
            <a:avLst/>
          </a:prstGeom>
          <a:ln w="142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50106" y="1161752"/>
            <a:ext cx="0" cy="247650"/>
          </a:xfrm>
          <a:prstGeom prst="line">
            <a:avLst/>
          </a:prstGeom>
          <a:ln w="142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9600" y="1402259"/>
            <a:ext cx="247650" cy="0"/>
          </a:xfrm>
          <a:prstGeom prst="line">
            <a:avLst/>
          </a:prstGeom>
          <a:ln w="142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16744" y="1161752"/>
            <a:ext cx="0" cy="247650"/>
          </a:xfrm>
          <a:prstGeom prst="line">
            <a:avLst/>
          </a:prstGeom>
          <a:ln w="142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09600" y="1545134"/>
            <a:ext cx="247650" cy="0"/>
          </a:xfrm>
          <a:prstGeom prst="line">
            <a:avLst/>
          </a:prstGeom>
          <a:ln w="142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50106" y="1537990"/>
            <a:ext cx="0" cy="247650"/>
          </a:xfrm>
          <a:prstGeom prst="line">
            <a:avLst/>
          </a:prstGeom>
          <a:ln w="142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9600" y="1778496"/>
            <a:ext cx="247650" cy="0"/>
          </a:xfrm>
          <a:prstGeom prst="line">
            <a:avLst/>
          </a:prstGeom>
          <a:ln w="142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16744" y="1537990"/>
            <a:ext cx="0" cy="247650"/>
          </a:xfrm>
          <a:prstGeom prst="line">
            <a:avLst/>
          </a:prstGeom>
          <a:ln w="142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600" y="2349996"/>
            <a:ext cx="88046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90067" y="2349996"/>
            <a:ext cx="88046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370534" y="2349996"/>
            <a:ext cx="880468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51002" y="2349996"/>
            <a:ext cx="88046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131469" y="2349996"/>
            <a:ext cx="88046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011936" y="2349996"/>
            <a:ext cx="88046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892403" y="2349996"/>
            <a:ext cx="88046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72870" y="2349996"/>
            <a:ext cx="880468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53338" y="2349996"/>
            <a:ext cx="881062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600" y="2683371"/>
            <a:ext cx="880467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490067" y="2683371"/>
            <a:ext cx="880467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0534" y="2683371"/>
            <a:ext cx="880468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251002" y="2683371"/>
            <a:ext cx="880467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131469" y="2683371"/>
            <a:ext cx="880467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11936" y="2683371"/>
            <a:ext cx="880467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892403" y="2683371"/>
            <a:ext cx="880467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772870" y="2683371"/>
            <a:ext cx="880468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653338" y="2683371"/>
            <a:ext cx="881062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0517" y="1195090"/>
            <a:ext cx="124792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42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0600" y="1149846"/>
            <a:ext cx="2386158" cy="2714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No, nothing to disclose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0600" y="1526084"/>
            <a:ext cx="1839822" cy="2714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Yes, please specify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1988046"/>
            <a:ext cx="828395" cy="30003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Company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90067" y="1988046"/>
            <a:ext cx="828395" cy="30003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Honoraria / expenses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0534" y="1988046"/>
            <a:ext cx="828395" cy="30003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Consulting / advisory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51002" y="1988046"/>
            <a:ext cx="828395" cy="30003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Funded research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1469" y="1988046"/>
            <a:ext cx="828395" cy="30003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Royalties / patent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11936" y="1988046"/>
            <a:ext cx="828395" cy="30003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Stock options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92403" y="1988046"/>
            <a:ext cx="828395" cy="30003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Ownership / equity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72870" y="1988046"/>
            <a:ext cx="828395" cy="30003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Employee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53338" y="1988046"/>
            <a:ext cx="829008" cy="30003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Other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2430959"/>
            <a:ext cx="828395" cy="1738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In lesion neuroscience, the whole pipeline is open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1154609"/>
            <a:ext cx="158494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45" y="1154609"/>
            <a:ext cx="158502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779565" y="1154609"/>
            <a:ext cx="158494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364510" y="1154609"/>
            <a:ext cx="158494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949455" y="1154609"/>
            <a:ext cx="158494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600" y="2392859"/>
            <a:ext cx="26415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251150" y="2392859"/>
            <a:ext cx="264162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892775" y="2392859"/>
            <a:ext cx="264162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References 1–13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254621"/>
            <a:ext cx="149514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1  Segment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1492746"/>
            <a:ext cx="149514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ITK-SNAP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759446"/>
            <a:ext cx="149514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DeepISLES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45" y="1254621"/>
            <a:ext cx="149522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2  Normalise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45" y="1492746"/>
            <a:ext cx="1495220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SPM Clinical Toolbox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45" y="1978521"/>
            <a:ext cx="1495220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9565" y="1254621"/>
            <a:ext cx="149514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3  Map symptoms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9565" y="1492746"/>
            <a:ext cx="149514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VLSM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9565" y="1759446"/>
            <a:ext cx="149514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LESYMAP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64510" y="1254621"/>
            <a:ext cx="149514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4  Map networks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4510" y="1492746"/>
            <a:ext cx="149514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BCBtoolkit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64510" y="1759446"/>
            <a:ext cx="1495143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Lesion network mapping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55" y="1254621"/>
            <a:ext cx="149514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5  Share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55" y="1492746"/>
            <a:ext cx="149514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BIDS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55" y="1759446"/>
            <a:ext cx="149514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OpenNeuro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2511921"/>
            <a:ext cx="2544203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955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2997696"/>
            <a:ext cx="2544203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public stroke MRIs with traced lesions (ATLAS)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51150" y="2511921"/>
            <a:ext cx="254428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250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51150" y="2997696"/>
            <a:ext cx="254428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public acute stroke MRIs (ISLES 2022)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92775" y="2511921"/>
            <a:ext cx="254428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230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92775" y="2997696"/>
            <a:ext cx="254428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people with aphasia: MRI and language scores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3588246"/>
            <a:ext cx="8162544" cy="2714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Yet 12 of 17 methods built on ATLAS reported no public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fields next door had their crisis first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1230809"/>
            <a:ext cx="19812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590800" y="1230809"/>
            <a:ext cx="19812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572000" y="1230809"/>
            <a:ext cx="19812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553200" y="1230809"/>
            <a:ext cx="19812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References 14–19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349871"/>
            <a:ext cx="1864042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50"/>
              </a:lnSpc>
              <a:spcBef>
                <a:spcPts val="0"/>
              </a:spcBef>
              <a:spcAft>
                <a:spcPts val="0"/>
              </a:spcAft>
            </a:pPr>
            <a:r>
              <a:rPr sz="3750" b="1" i="0" u="none" spc="-112">
                <a:solidFill>
                  <a:srgbClr val="D7263D"/>
                </a:solidFill>
                <a:latin typeface="Arial"/>
                <a:ea typeface="Arial"/>
                <a:cs typeface="Arial"/>
              </a:rPr>
              <a:t>36%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892796"/>
            <a:ext cx="1864042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of psychology findings replicated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0800" y="1349871"/>
            <a:ext cx="1864042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50"/>
              </a:lnSpc>
              <a:spcBef>
                <a:spcPts val="0"/>
              </a:spcBef>
              <a:spcAft>
                <a:spcPts val="0"/>
              </a:spcAft>
            </a:pPr>
            <a:r>
              <a:rPr sz="375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21%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0800" y="1892796"/>
            <a:ext cx="1864042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median statistical power in neuroscience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349871"/>
            <a:ext cx="1864042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50"/>
              </a:lnSpc>
              <a:spcBef>
                <a:spcPts val="0"/>
              </a:spcBef>
              <a:spcAft>
                <a:spcPts val="0"/>
              </a:spcAft>
            </a:pPr>
            <a:r>
              <a:rPr sz="375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6 of 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892796"/>
            <a:ext cx="1864042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landmark cancer studies reproduced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1349871"/>
            <a:ext cx="1864042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50"/>
              </a:lnSpc>
              <a:spcBef>
                <a:spcPts val="0"/>
              </a:spcBef>
              <a:spcAft>
                <a:spcPts val="0"/>
              </a:spcAft>
            </a:pPr>
            <a:r>
              <a:rPr sz="375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70%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1892796"/>
            <a:ext cx="1864042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of 1,576 scientists had failed to reproduce another lab's experiment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788146"/>
            <a:ext cx="8162544" cy="2714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Why: small samples, flexible analyses, selective reporting.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Ten years on, the rules exist. Practice lags.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1380827"/>
            <a:ext cx="46863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600" y="2042815"/>
            <a:ext cx="46863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9600" y="2704802"/>
            <a:ext cx="46863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76900" y="1380827"/>
            <a:ext cx="28575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76900" y="2204740"/>
            <a:ext cx="28575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676900" y="3228677"/>
            <a:ext cx="28575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References 20–29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149846"/>
            <a:ext cx="4826889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What they agreed 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1478459"/>
            <a:ext cx="638175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2013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1125" y="1507034"/>
            <a:ext cx="4032218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Registered Reports: peer review before results, now in 300+ journals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140446"/>
            <a:ext cx="638175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1125" y="2169021"/>
            <a:ext cx="4032218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Transparency and Openness Promotion (TOP) guidelines for journals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802434"/>
            <a:ext cx="638175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125" y="2831009"/>
            <a:ext cx="4032218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PECANS: a consensus checklist for neuropsychology studies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6900" y="1149846"/>
            <a:ext cx="2943225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Where they are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6900" y="1468934"/>
            <a:ext cx="2943225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u="none" spc="-75">
                <a:solidFill>
                  <a:srgbClr val="D7263D"/>
                </a:solidFill>
                <a:latin typeface="Arial"/>
                <a:ea typeface="Arial"/>
                <a:cs typeface="Arial"/>
              </a:rPr>
              <a:t>55%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76900" y="1916609"/>
            <a:ext cx="2943225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of 274 published claims replicated (2026)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76900" y="2292846"/>
            <a:ext cx="2943225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u="none" spc="-75">
                <a:solidFill>
                  <a:srgbClr val="000000"/>
                </a:solidFill>
                <a:latin typeface="Arial"/>
                <a:ea typeface="Arial"/>
                <a:cs typeface="Arial"/>
              </a:rPr>
              <a:t>14%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76900" y="2740521"/>
            <a:ext cx="2943225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of psychology papers share raw data (2022)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76900" y="3316784"/>
            <a:ext cx="2943225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u="none" spc="-75">
                <a:solidFill>
                  <a:srgbClr val="000000"/>
                </a:solidFill>
                <a:latin typeface="Arial"/>
                <a:ea typeface="Arial"/>
                <a:cs typeface="Arial"/>
              </a:rPr>
              <a:t>1 of 62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76900" y="3764459"/>
            <a:ext cx="2943225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Cortex Registered Reports studied patients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Stroke has the same problem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3309640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600" y="1190327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9600" y="1738015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" y="2523827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References 30–38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345109"/>
            <a:ext cx="2060258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Neuroprotection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0350" y="1345109"/>
            <a:ext cx="5906071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1,026 candidates tested in animals; none helped patients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892796"/>
            <a:ext cx="2060258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Tirofiban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0350" y="1892796"/>
            <a:ext cx="5906071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RESCUE BT (with thrombectomy): no benefit.</a:t>
            </a:r>
            <a:br/>
            <a:r>
              <a:rPr sz="15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RESCUE BT2 (no large-vessel occlusion): benefit.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2678609"/>
            <a:ext cx="2060258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MMA embolisation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0350" y="2678609"/>
            <a:ext cx="5906071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Subdural haematoma: three NEJM trials in one week, two positive, one neutral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540621"/>
            <a:ext cx="8162544" cy="2714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Without protocols, data and code, we cannot tell why results differ.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Four measures, every stroke paper since 2015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1154609"/>
            <a:ext cx="19812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590800" y="1154609"/>
            <a:ext cx="19812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572000" y="1154609"/>
            <a:ext cx="19812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553200" y="1154609"/>
            <a:ext cx="19812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09600" y="3338512"/>
            <a:ext cx="2159794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69394" y="3338512"/>
            <a:ext cx="2159868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929262" y="3338512"/>
            <a:ext cx="2159868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method_sv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5830" y="3076575"/>
            <a:ext cx="1095375" cy="10953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References 39–44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254621"/>
            <a:ext cx="1883664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Read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1492746"/>
            <a:ext cx="1883664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 access?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90800" y="1254621"/>
            <a:ext cx="1883664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90800" y="1492746"/>
            <a:ext cx="1883664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Data or code linked?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1254621"/>
            <a:ext cx="1883664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Reuse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1492746"/>
            <a:ext cx="1883664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Data deposited, not “on request”?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200" y="1254621"/>
            <a:ext cx="1883664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Plan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200" y="1492746"/>
            <a:ext cx="1883664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Registered?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457575"/>
            <a:ext cx="204799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140,281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3981450"/>
            <a:ext cx="2047994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stroke articles, 2015–2025 (OpenAlex)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69394" y="3457575"/>
            <a:ext cx="2048071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16,362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69394" y="3981450"/>
            <a:ext cx="2048071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open-access full texts read (Europe PMC)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29262" y="3457575"/>
            <a:ext cx="2048071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9262" y="3981450"/>
            <a:ext cx="2048071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months between open re-runs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5830" y="4219575"/>
            <a:ext cx="1213927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number, live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Stroke went open access: 53% in 2015, 75% in 2024</a:t>
            </a:r>
          </a:p>
        </p:txBody>
      </p:sp>
      <p:pic>
        <p:nvPicPr>
          <p:cNvPr id="3" name="Picture 2" descr="oa-trend_sv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111746"/>
            <a:ext cx="7924800" cy="2857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 44 · Open access: any status except closed · Dashboard: 02 Trends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growth was paid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33177"/>
            <a:ext cx="142875" cy="142875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43496" y="1133177"/>
            <a:ext cx="142875" cy="142875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50505" y="1133177"/>
            <a:ext cx="142875" cy="142875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12815" y="1133177"/>
            <a:ext cx="142875" cy="142875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659434"/>
            <a:ext cx="342900" cy="1123950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2821484"/>
            <a:ext cx="342900" cy="36195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3183434"/>
            <a:ext cx="342900" cy="447675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3631109"/>
            <a:ext cx="342900" cy="4429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19175" y="1654671"/>
            <a:ext cx="342900" cy="1095375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9175" y="2788146"/>
            <a:ext cx="342900" cy="3048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19175" y="3092946"/>
            <a:ext cx="342900" cy="50006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9175" y="3593009"/>
            <a:ext cx="342900" cy="4810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28750" y="1654671"/>
            <a:ext cx="342900" cy="1100138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28750" y="2792909"/>
            <a:ext cx="342900" cy="271462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28750" y="3064371"/>
            <a:ext cx="342900" cy="51435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428750" y="3578721"/>
            <a:ext cx="342900" cy="4953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38325" y="1649909"/>
            <a:ext cx="342900" cy="995362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38325" y="2683371"/>
            <a:ext cx="342900" cy="314325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38325" y="2997696"/>
            <a:ext cx="342900" cy="51435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38325" y="3512046"/>
            <a:ext cx="342900" cy="561975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47900" y="1659434"/>
            <a:ext cx="342900" cy="1014412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47900" y="2711946"/>
            <a:ext cx="342900" cy="24765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47900" y="2959596"/>
            <a:ext cx="342900" cy="523875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47900" y="3483471"/>
            <a:ext cx="342900" cy="59055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57475" y="1659434"/>
            <a:ext cx="342900" cy="833438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57475" y="2530971"/>
            <a:ext cx="342900" cy="2286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57475" y="2759571"/>
            <a:ext cx="342900" cy="581025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57475" y="3340596"/>
            <a:ext cx="342900" cy="733425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67050" y="1659434"/>
            <a:ext cx="342900" cy="714375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67050" y="2411909"/>
            <a:ext cx="342900" cy="214312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67050" y="2626221"/>
            <a:ext cx="342900" cy="561975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067050" y="3188196"/>
            <a:ext cx="342900" cy="885825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76625" y="1654671"/>
            <a:ext cx="342900" cy="628650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76625" y="2321421"/>
            <a:ext cx="342900" cy="1905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6625" y="2511921"/>
            <a:ext cx="342900" cy="523875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76625" y="3035796"/>
            <a:ext cx="342900" cy="1038225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886200" y="1654671"/>
            <a:ext cx="342900" cy="552450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886200" y="2245221"/>
            <a:ext cx="342900" cy="257175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886200" y="2502396"/>
            <a:ext cx="342900" cy="561975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86200" y="3064371"/>
            <a:ext cx="342900" cy="100965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95775" y="1654671"/>
            <a:ext cx="342900" cy="590550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95775" y="2283321"/>
            <a:ext cx="342900" cy="17145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95775" y="2454771"/>
            <a:ext cx="342900" cy="5715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95775" y="3026271"/>
            <a:ext cx="342900" cy="104775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 44 · Share of all stroke articles by route, 2015–2024 · Dashboard: 02 Trends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9625" y="1111746"/>
            <a:ext cx="543371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Paid fee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43521" y="1111746"/>
            <a:ext cx="924357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Free to author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0530" y="1111746"/>
            <a:ext cx="471785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Bronze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12840" y="1111746"/>
            <a:ext cx="463823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Closed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8026" y="1459409"/>
            <a:ext cx="305023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668" y="4112121"/>
            <a:ext cx="315739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0756" y="1454646"/>
            <a:ext cx="58787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 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2243" y="4112121"/>
            <a:ext cx="315739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80331" y="1454646"/>
            <a:ext cx="58787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51818" y="4112121"/>
            <a:ext cx="315739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2017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989906" y="1449884"/>
            <a:ext cx="58787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 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61393" y="4112121"/>
            <a:ext cx="315739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99481" y="1459409"/>
            <a:ext cx="58787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 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70968" y="4112121"/>
            <a:ext cx="315739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9056" y="1459409"/>
            <a:ext cx="58787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 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80543" y="4112121"/>
            <a:ext cx="315739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18631" y="1459409"/>
            <a:ext cx="58787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 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090118" y="4112121"/>
            <a:ext cx="315739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28206" y="1454646"/>
            <a:ext cx="58787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 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99693" y="4112121"/>
            <a:ext cx="315739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2022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37781" y="1454646"/>
            <a:ext cx="58787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 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09268" y="4112121"/>
            <a:ext cx="315739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2023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24201" y="1454646"/>
            <a:ext cx="305023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18843" y="4112121"/>
            <a:ext cx="315739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81575" y="2078534"/>
            <a:ext cx="365941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 u="none" spc="-112">
                <a:solidFill>
                  <a:srgbClr val="D7263D"/>
                </a:solidFill>
                <a:latin typeface="Arial"/>
                <a:ea typeface="Arial"/>
                <a:cs typeface="Arial"/>
              </a:rPr>
              <a:t>44%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81575" y="2735759"/>
            <a:ext cx="3659410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of stroke articles paid a fee in 2024 (19% in 2015)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81575" y="3392984"/>
            <a:ext cx="365941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24%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81575" y="4050209"/>
            <a:ext cx="3659410" cy="223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were free to authors in 2024 (19% in 2015)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In rich countries, open access depends on a funder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71277"/>
            <a:ext cx="142875" cy="1428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67520" y="1171277"/>
            <a:ext cx="142875" cy="142875"/>
          </a:xfrm>
          <a:prstGeom prst="rect">
            <a:avLst/>
          </a:prstGeom>
          <a:solidFill>
            <a:srgbClr val="9A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09600" y="3543002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" y="1528465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571750" y="1623715"/>
            <a:ext cx="3557588" cy="2095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71750" y="1895177"/>
            <a:ext cx="2400300" cy="209550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09600" y="2199977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71750" y="2295227"/>
            <a:ext cx="3086100" cy="2095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71750" y="2566690"/>
            <a:ext cx="2914650" cy="209550"/>
          </a:xfrm>
          <a:prstGeom prst="rect">
            <a:avLst/>
          </a:prstGeom>
          <a:solidFill>
            <a:srgbClr val="9A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09600" y="2871490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571750" y="2966740"/>
            <a:ext cx="3171825" cy="2095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71750" y="3238202"/>
            <a:ext cx="3214688" cy="209550"/>
          </a:xfrm>
          <a:prstGeom prst="rect">
            <a:avLst/>
          </a:prstGeom>
          <a:solidFill>
            <a:srgbClr val="9A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 44 · Open access 2015–2025 by first author's World Bank income group · Dashboard: 04 Income groups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625" y="1149846"/>
            <a:ext cx="1079796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A funder is listed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7545" y="1149846"/>
            <a:ext cx="1030742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No funder listed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1668959"/>
            <a:ext cx="1864042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income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1897559"/>
            <a:ext cx="1864042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67% open overall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05538" y="1616571"/>
            <a:ext cx="362248" cy="223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8250" y="1888034"/>
            <a:ext cx="1324988" cy="223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56%  least open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340471"/>
            <a:ext cx="1864042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Upper-middle income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569071"/>
            <a:ext cx="1864042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70% open overall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34050" y="2288084"/>
            <a:ext cx="362248" cy="223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62600" y="2559546"/>
            <a:ext cx="362248" cy="223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68%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3011984"/>
            <a:ext cx="1864042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Lower-middle income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3240584"/>
            <a:ext cx="1864042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75% open overall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19775" y="2959596"/>
            <a:ext cx="362248" cy="223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62638" y="3231059"/>
            <a:ext cx="362248" cy="223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75%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 access follows policy, not wealth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33177"/>
            <a:ext cx="142875" cy="142875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43496" y="1133177"/>
            <a:ext cx="142875" cy="142875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50505" y="1133177"/>
            <a:ext cx="142875" cy="142875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62275" y="1464171"/>
            <a:ext cx="1123950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86225" y="1464171"/>
            <a:ext cx="2733675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19900" y="1464171"/>
            <a:ext cx="233362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62275" y="1683246"/>
            <a:ext cx="2614612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76888" y="1683246"/>
            <a:ext cx="766762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43650" y="1683246"/>
            <a:ext cx="495300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62275" y="1902321"/>
            <a:ext cx="2038350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00625" y="1902321"/>
            <a:ext cx="838200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38825" y="1902321"/>
            <a:ext cx="457200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62275" y="2121396"/>
            <a:ext cx="1581150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43425" y="2121396"/>
            <a:ext cx="1333500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76925" y="2121396"/>
            <a:ext cx="309562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62275" y="2340471"/>
            <a:ext cx="900112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62388" y="2340471"/>
            <a:ext cx="1752600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14988" y="2340471"/>
            <a:ext cx="357188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62275" y="2559546"/>
            <a:ext cx="2209800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72075" y="2559546"/>
            <a:ext cx="352425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24500" y="2559546"/>
            <a:ext cx="395288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62275" y="2778621"/>
            <a:ext cx="1200150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2425" y="2778621"/>
            <a:ext cx="1238250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00675" y="2778621"/>
            <a:ext cx="481012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62275" y="2997696"/>
            <a:ext cx="1585912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48188" y="2997696"/>
            <a:ext cx="671512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19700" y="2997696"/>
            <a:ext cx="576262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962275" y="3216771"/>
            <a:ext cx="2200275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62550" y="3216771"/>
            <a:ext cx="352425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514975" y="3216771"/>
            <a:ext cx="204788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962275" y="3435846"/>
            <a:ext cx="1347788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10062" y="3435846"/>
            <a:ext cx="504825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14888" y="3435846"/>
            <a:ext cx="666750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962275" y="3654921"/>
            <a:ext cx="1009650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71925" y="3654921"/>
            <a:ext cx="852488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824412" y="3654921"/>
            <a:ext cx="619125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 44 · Ten largest producers plus the Netherlands, 2015–2025 · Dashboard: 05 Rankings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625" y="1111746"/>
            <a:ext cx="543371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Paid fee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43521" y="1111746"/>
            <a:ext cx="924357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Free to author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50530" y="1111746"/>
            <a:ext cx="471785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Bronze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1449884"/>
            <a:ext cx="732664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Indonesia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87599" y="1483221"/>
            <a:ext cx="6871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upper-middle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7562" y="1449884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1668959"/>
            <a:ext cx="846407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Netherlands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98029" y="1702296"/>
            <a:ext cx="235148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53250" y="1668959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1888034"/>
            <a:ext cx="111689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United Kingdom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60637" y="1921371"/>
            <a:ext cx="235148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10325" y="1888034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9600" y="2107109"/>
            <a:ext cx="42572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Korea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2948" y="2140446"/>
            <a:ext cx="235148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0788" y="2107109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75%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2326184"/>
            <a:ext cx="34952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India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6748" y="2359521"/>
            <a:ext cx="667361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lower-middle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6475" y="2326184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545259"/>
            <a:ext cx="645765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Germany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02990" y="2578596"/>
            <a:ext cx="235148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34088" y="2545259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69%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2764334"/>
            <a:ext cx="434280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Japan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1505" y="2797671"/>
            <a:ext cx="235148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95988" y="2764334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68%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9600" y="2983409"/>
            <a:ext cx="611981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Australia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69206" y="3016746"/>
            <a:ext cx="235148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10262" y="2983409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66%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9600" y="3202484"/>
            <a:ext cx="417240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China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74465" y="3235821"/>
            <a:ext cx="6871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upper-middle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34062" y="3202484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9600" y="3421559"/>
            <a:ext cx="552896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Canada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0121" y="3454896"/>
            <a:ext cx="235148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595938" y="3421559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9600" y="3640634"/>
            <a:ext cx="1003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United States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650132" y="3673971"/>
            <a:ext cx="235148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57838" y="3640634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58%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Data and code did not move in ten years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1554659"/>
            <a:ext cx="39624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572000" y="1554659"/>
            <a:ext cx="39624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 44 · Dashboard: 01 Indicators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149846"/>
            <a:ext cx="8162544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Stroke articles, abstracts and metadata,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673721"/>
            <a:ext cx="390467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u="none" spc="-112">
                <a:solidFill>
                  <a:srgbClr val="D7263D"/>
                </a:solidFill>
                <a:latin typeface="Arial"/>
                <a:ea typeface="Arial"/>
                <a:cs typeface="Arial"/>
              </a:rPr>
              <a:t>0.2%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426196"/>
            <a:ext cx="3904678" cy="223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link data in a repository (0.2% in 2015)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73721"/>
            <a:ext cx="390467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&lt;0.1%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26196"/>
            <a:ext cx="3904678" cy="223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link code (below 0.1% every year since 2015)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110038"/>
            <a:ext cx="8162544" cy="2714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So we read the full text.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Full texts promise data. Few deposit it.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1554659"/>
            <a:ext cx="26415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251150" y="1554659"/>
            <a:ext cx="264162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892775" y="1554659"/>
            <a:ext cx="264162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References 41, 44, 45 · Dashboard: 03 Data statements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149846"/>
            <a:ext cx="8162544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Open-access stroke full texts published in 2025 (1,500 read)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673721"/>
            <a:ext cx="2544203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74%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426196"/>
            <a:ext cx="2544203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write a data statement</a:t>
            </a:r>
            <a:br/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(14% in 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51150" y="1673721"/>
            <a:ext cx="254428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u="none" spc="-112">
                <a:solidFill>
                  <a:srgbClr val="D7263D"/>
                </a:solidFill>
                <a:latin typeface="Arial"/>
                <a:ea typeface="Arial"/>
                <a:cs typeface="Arial"/>
              </a:rPr>
              <a:t>29%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1150" y="2426196"/>
            <a:ext cx="2544280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say “available on request”</a:t>
            </a:r>
            <a:br/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(0.6% in 2015)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2775" y="1673721"/>
            <a:ext cx="254428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9.8%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2775" y="2426196"/>
            <a:ext cx="2544280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deposit or cite public data</a:t>
            </a:r>
            <a:br/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(0.7% in 2015)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110038"/>
            <a:ext cx="8162544" cy="2714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statements arrived with journal mandates. The data did not.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Free to read is not free to reuse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1568946"/>
            <a:ext cx="79248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533650" y="1988046"/>
            <a:ext cx="3276600" cy="190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33650" y="2254746"/>
            <a:ext cx="4343400" cy="190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33650" y="2521446"/>
            <a:ext cx="1752600" cy="190500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33650" y="3169146"/>
            <a:ext cx="304800" cy="190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33650" y="3435846"/>
            <a:ext cx="395288" cy="190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33650" y="3702546"/>
            <a:ext cx="138112" cy="190500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 44 · Open-access full texts, 2015–2025; lower-middle n = 609 · Dashboard: 04 Income groups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1149846"/>
            <a:ext cx="8162544" cy="223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Lower-middle-income authors: most open to read (75%), least likely to share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707059"/>
            <a:ext cx="8162544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Write a data statement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1988046"/>
            <a:ext cx="186404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income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4550" y="1983284"/>
            <a:ext cx="324073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254746"/>
            <a:ext cx="186404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Upper-middle income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1350" y="2249984"/>
            <a:ext cx="324073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2521446"/>
            <a:ext cx="186404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Lower-middle income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0550" y="2516684"/>
            <a:ext cx="324073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23%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888159"/>
            <a:ext cx="8162544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Deposit or cite public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169146"/>
            <a:ext cx="186404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income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2750" y="3164384"/>
            <a:ext cx="366415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4.0%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3435846"/>
            <a:ext cx="186404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Upper-middle income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43238" y="3431084"/>
            <a:ext cx="366415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3702546"/>
            <a:ext cx="186404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Lower-middle income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6062" y="3697784"/>
            <a:ext cx="366415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1.8%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699492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 teams already share, and we can measure them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482923"/>
            <a:ext cx="142875" cy="142875"/>
          </a:xfrm>
          <a:prstGeom prst="rect">
            <a:avLst/>
          </a:prstGeom>
          <a:solidFill>
            <a:srgbClr val="C8C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5926" y="1482923"/>
            <a:ext cx="142875" cy="142875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81450" y="1809155"/>
            <a:ext cx="714375" cy="190500"/>
          </a:xfrm>
          <a:prstGeom prst="rect">
            <a:avLst/>
          </a:prstGeom>
          <a:solidFill>
            <a:srgbClr val="C8C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95825" y="1809155"/>
            <a:ext cx="3000375" cy="190500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81450" y="2104430"/>
            <a:ext cx="714375" cy="190500"/>
          </a:xfrm>
          <a:prstGeom prst="rect">
            <a:avLst/>
          </a:prstGeom>
          <a:solidFill>
            <a:srgbClr val="C8C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95825" y="2104430"/>
            <a:ext cx="2428875" cy="190500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981450" y="2399705"/>
            <a:ext cx="714375" cy="190500"/>
          </a:xfrm>
          <a:prstGeom prst="rect">
            <a:avLst/>
          </a:prstGeom>
          <a:solidFill>
            <a:srgbClr val="C8C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95825" y="2399705"/>
            <a:ext cx="1357312" cy="190500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81450" y="2694980"/>
            <a:ext cx="714375" cy="190500"/>
          </a:xfrm>
          <a:prstGeom prst="rect">
            <a:avLst/>
          </a:prstGeom>
          <a:solidFill>
            <a:srgbClr val="C8C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95825" y="2694980"/>
            <a:ext cx="1143000" cy="190500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81450" y="2990255"/>
            <a:ext cx="714375" cy="190500"/>
          </a:xfrm>
          <a:prstGeom prst="rect">
            <a:avLst/>
          </a:prstGeom>
          <a:solidFill>
            <a:srgbClr val="C8C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95825" y="2990255"/>
            <a:ext cx="1071562" cy="190500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81450" y="3285530"/>
            <a:ext cx="714375" cy="190500"/>
          </a:xfrm>
          <a:prstGeom prst="rect">
            <a:avLst/>
          </a:prstGeom>
          <a:solidFill>
            <a:srgbClr val="C8C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95825" y="3285530"/>
            <a:ext cx="928688" cy="190500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 44 · 60 institutions with 82+ audited full texts, 2015–2025 · Dashboard: 05 Rankings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625" y="1461492"/>
            <a:ext cx="1304753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Stroke average (1×)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85951" y="1461492"/>
            <a:ext cx="1235465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Above the average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1804392"/>
            <a:ext cx="3335655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Center for Stroke Research Berlin (Charité)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29550" y="1799630"/>
            <a:ext cx="338733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5.2×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099667"/>
            <a:ext cx="3335655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Charité, Berlin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58050" y="2094905"/>
            <a:ext cx="338733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4.4×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2394942"/>
            <a:ext cx="3335655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University of Oxford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6488" y="2390180"/>
            <a:ext cx="338733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2.9×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690217"/>
            <a:ext cx="3335655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UKE Hamburg-Eppendorf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72175" y="2685455"/>
            <a:ext cx="338733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2.6×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2985492"/>
            <a:ext cx="3335655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University of Edinburgh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00738" y="2980730"/>
            <a:ext cx="338733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2.5×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3280767"/>
            <a:ext cx="3335655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Stanford University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57862" y="3276005"/>
            <a:ext cx="338733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2.3×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3637955"/>
            <a:ext cx="8162544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Commitment index: data deposit, GitHub and trial registration in the full text, against the stroke average.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Rules produced statements, not 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3076277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600" y="1152227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9600" y="1633240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" y="2114252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09600" y="2595265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References 28, 46–50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249859"/>
            <a:ext cx="2158365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u="none" spc="-56">
                <a:solidFill>
                  <a:srgbClr val="D7263D"/>
                </a:solidFill>
                <a:latin typeface="Arial"/>
                <a:ea typeface="Arial"/>
                <a:cs typeface="Arial"/>
              </a:rPr>
              <a:t>3.1% → 3.1%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5600" y="1283196"/>
            <a:ext cx="5807964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Data obtainable from surgical trials, before and after the ICMJE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1730871"/>
            <a:ext cx="2158365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No effect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600" y="1764209"/>
            <a:ext cx="5807964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Open-data badges in a medical-journal randomised trial (OR 0.9)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211884"/>
            <a:ext cx="2158365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1 of 92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95600" y="2245221"/>
            <a:ext cx="5807964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Promotion guidelines that mention data sharing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692896"/>
            <a:ext cx="2158365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44% vs 96%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95600" y="2726234"/>
            <a:ext cx="5807964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Positive results: Registered Reports vs standard papers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110038"/>
            <a:ext cx="8162544" cy="2714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We respond to incentives, and ours point the other way.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to do next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1154609"/>
            <a:ext cx="26415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251150" y="1154609"/>
            <a:ext cx="264162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892775" y="1154609"/>
            <a:ext cx="264162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273671"/>
            <a:ext cx="2524582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45171"/>
            <a:ext cx="2524582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 WSO task force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69021"/>
            <a:ext cx="2524582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Open-science position statement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683371"/>
            <a:ext cx="2524582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Retire “on request” in stroke journals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51150" y="1273671"/>
            <a:ext cx="2524659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1150" y="1845171"/>
            <a:ext cx="2524659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 prize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51150" y="2169021"/>
            <a:ext cx="2524659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For the teams that share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1150" y="2464296"/>
            <a:ext cx="2524659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Scored by the commitment index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2775" y="1273671"/>
            <a:ext cx="2524659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2775" y="1845171"/>
            <a:ext cx="2524659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Awareness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2775" y="2169021"/>
            <a:ext cx="2524659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Benchmark every six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2775" y="2464296"/>
            <a:ext cx="2524659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Open science in promotion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133850"/>
            <a:ext cx="8162544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 target to discuss: data deposited for 25% of stroke articles by 2030 (about 6% today).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close_sv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09700"/>
            <a:ext cx="1428750" cy="1428750"/>
          </a:xfrm>
          <a:prstGeom prst="rect">
            <a:avLst/>
          </a:prstGeom>
        </p:spPr>
      </p:pic>
      <p:pic>
        <p:nvPicPr>
          <p:cNvPr id="4" name="Picture 3" descr="close_svg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7350" y="1409700"/>
            <a:ext cx="1428750" cy="1428750"/>
          </a:xfrm>
          <a:prstGeom prst="rect">
            <a:avLst/>
          </a:prstGeom>
        </p:spPr>
      </p:pic>
      <p:pic>
        <p:nvPicPr>
          <p:cNvPr id="5" name="Picture 4" descr="close_svg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5175" y="1409700"/>
            <a:ext cx="1428750" cy="1428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09600"/>
            <a:ext cx="8044815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875" b="1" i="0" u="none" spc="-38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numbers are not flattering, but they are measurable, which means they are improvable.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895600"/>
            <a:ext cx="1015336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42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Benchmark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171825"/>
            <a:ext cx="2563825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Explore every number; next update January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590925"/>
            <a:ext cx="2428161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friseeb.github.io/stroke_open_science_outputs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27350" y="2895600"/>
            <a:ext cx="1284288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42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Code and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7350" y="3171825"/>
            <a:ext cx="2094135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Open source: run it on your 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7350" y="3409950"/>
            <a:ext cx="2146485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github.com/Friseeb/stroke_open_science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5175" y="2895600"/>
            <a:ext cx="1005142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42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45175" y="3171825"/>
            <a:ext cx="1136591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Full list with DOIs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45175" y="3409950"/>
            <a:ext cx="2563902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github.com/Friseeb/stroke_open_science › talk/references.md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962400"/>
            <a:ext cx="8162544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Sebastian Fridman · sfridma@uwo.ca · Join the task force, or audit your own field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287982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pic>
        <p:nvPicPr>
          <p:cNvPr id="3" name="Picture 2" descr="refs-1_sv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00" y="1049982"/>
            <a:ext cx="1143000" cy="114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0550" y="10499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6775" y="10499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Yushkevich PA et al. Neuroimage. 2006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2214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6775" y="12214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de la Rosa E et al. Nat Commun.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550" y="13928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6775" y="13928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Rorden C et al. Neuroimage. 2012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0550" y="15643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775" y="15643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Avants BB et al. Med Image Anal. 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550" y="17357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775" y="17357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Bates E et al. Nat Neurosci. 2003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" y="19072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775" y="19072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Pustina D et al. Neuropsychologia. 2018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" y="20786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775" y="20786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Foulon C et al. Gigascience. 2018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0550" y="22501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775" y="22501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Boes AD et al. Brain. 2015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550" y="24215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775" y="24215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Gorgolewski KJ et al. Sci Data. 2016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50" y="25930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775" y="25930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Markiewicz CJ et al. Elife. 2021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550" y="27644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775" y="27644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Liew SL et al. Sci Data. 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0550" y="29359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6775" y="29359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Hernandez Petzsche MR et al. Sci Data. 2022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550" y="31073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6775" y="31073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Gibson M et al. Sci Data.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1450" y="10499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7675" y="10499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 Science Collaboration. Science. 2015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81450" y="12214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7675" y="12214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Button KS et al. Nat Rev Neurosci. 2013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81450" y="13928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57675" y="13928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Begley CG et al. Nature. 2012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81450" y="15643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57675" y="15643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Baker M. Nature. 2016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1450" y="17357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57675" y="17357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Simmons JP et al. Psychol Sci. 2011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81450" y="19072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7675" y="19072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John LK et al. Psychol Sci. 2012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81450" y="20786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7675" y="20786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Chambers CD. Cortex. 2013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81450" y="22501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57675" y="22501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Nosek BA et al. Science. 2015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81450" y="24215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57675" y="24215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Grant S et al. Res Integr Peer Rev.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81450" y="25930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57675" y="25930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Costa C et al. Behav Res Methods. 2025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81450" y="27644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57675" y="27644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Tyner AH et al. Nature.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81450" y="29359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57675" y="29359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Miske O et al. Nature.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91400" y="2250132"/>
            <a:ext cx="117729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Full list with DOIs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287982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References,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0550" y="1049982"/>
            <a:ext cx="20955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775" y="1049982"/>
            <a:ext cx="2953036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Hardwicke TE et al. Adv Methods Pract Psychol Sci.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550" y="136430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775" y="136430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Binney RJ et al. Brain Commun.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550" y="153575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775" y="153575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Scheel AM et al. Adv Methods Pract Psychol Sci. 2021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550" y="170720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6775" y="170720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Protzko J et al. Nat Hum Behav.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550" y="187865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6775" y="187865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O'Collins VE et al. Ann Neurol. 2006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550" y="205010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775" y="205010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Sena ES et al. PLoS Biol. 2010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" y="222155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6775" y="222155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Lees KR et al. N Engl J Med. 2006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550" y="239300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775" y="239300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Shuaib A et al. N Engl J Med. 2007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0550" y="256445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775" y="256445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Qiu Z et al. JAMA. 2022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550" y="273590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6775" y="273590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Zi W et al. N Engl J Med. 2023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550" y="290735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6775" y="290735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Davies JM et al. N Engl J Med. 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" y="307880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6775" y="307880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Fiorella D et al. N Engl J Med. 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" y="325025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6775" y="325025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Liu J et al. N Engl J Med. 2024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1450" y="10499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7675" y="10499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Rauh S et al. Res Integr Peer Rev. 2020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81450" y="12214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57675" y="12214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Heckerman GO et al. Elife. 2025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81450" y="13928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7675" y="13928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Scutt P et al. BMJ Open. 2020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81450" y="15643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7675" y="15643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Priem J et al. arXiv. 2022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81450" y="17357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7675" y="17357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Rosonovski S et al. Nucleic Acids Res. 2024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81450" y="1907232"/>
            <a:ext cx="20955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57675" y="1907232"/>
            <a:ext cx="2953036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Fridman S. Stroke Open-Science Benchmark, run of 2026-10-13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81450" y="222155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7675" y="222155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Gabelica M et al. J Clin Epidemiol. 2022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81450" y="239300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57675" y="239300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Bergeat D et al. JAMA Netw Open. 2022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81450" y="256445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7675" y="256445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Rowhani-Farid A et al. R Soc Open Sci. 2020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81450" y="273590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7675" y="273590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Kidwell MC et al. PLoS Biol. 2016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1450" y="290735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57675" y="290735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Rice DB et al. BMJ. 2020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81450" y="307880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57675" y="307880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Cobey KD et al. Open Heart.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science in stroke research</dc:title>
  <dc:subject>World Stroke Congress 2026, Seoul: The latest in stroke implementation science</dc:subject>
  <dc:creator>Sebastian Fridman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